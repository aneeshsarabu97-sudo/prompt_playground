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6C63FF">
              <a:alpha val="12000"/>
            </a:srgbClr>
          </a:solidFill>
          <a:ln w="12700">
            <a:solidFill>
              <a:srgbClr val="6C63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286000"/>
            <a:ext cx="2743200" cy="27432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4572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Playground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280160" y="1417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Prompt Comparison Tool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5029200" cy="3657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86000"/>
            <a:ext cx="5303520" cy="246888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86000"/>
            <a:ext cx="64008" cy="24688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23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24231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Aneesh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8620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Roll Number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28620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2303A510I6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300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College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33009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7398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Subject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3739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Coding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1788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Project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41788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Playground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CODING  ·  SR UNIVERSITY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 Playground?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118872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1188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Playground is a web-based AI tool that allows users to compare how different prompt styles affect the output of a large language model. It sends the same user query through three distinct prompt techniques simultaneously — Basic, Improved, and Structured — and displays the results side by side for easy comparison.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651760"/>
            <a:ext cx="2651760" cy="219456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Prompt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direct explanation request to the AI model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2651760"/>
            <a:ext cx="2651760" cy="219456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0040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Prompt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prompt with structured bullet-point output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2651760"/>
            <a:ext cx="2651760" cy="219456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03504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3703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AI to return strict JSON with definition, key points &amp; example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 Prompt Playground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4206240" cy="109728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80160"/>
            <a:ext cx="64008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533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how prompt engineering affects the quality and format of AI-generated responses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4206240" cy="109728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280160"/>
            <a:ext cx="64008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3533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16642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Basic, Improved, and Structured prompting techniques side-by-side in real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4206240" cy="109728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14600"/>
            <a:ext cx="64008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587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28986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Google Gemini API (gemini-2.5-flash) to power live AI responses in a browser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514600"/>
            <a:ext cx="4206240" cy="109728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514600"/>
            <a:ext cx="64008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5877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83480" y="289864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fully functional, visually polished web application using Vanilla JS — no frameworks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4206240" cy="109728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749040"/>
            <a:ext cx="64008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221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2920" y="41330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users on best practices for prompt design through interactive comparison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749040"/>
            <a:ext cx="4206240" cy="109728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749040"/>
            <a:ext cx="64008" cy="10972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8221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983480" y="41330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debug console panel to log API calls, token usage, and errors in real time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people and groups involved in this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206240" cy="169164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16916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1399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Aneesh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1488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built and deployed the entire Prompt Playground application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4206240" cy="1691640"/>
          </a:xfrm>
          <a:prstGeom prst="rect">
            <a:avLst/>
          </a:prstGeom>
          <a:solidFill>
            <a:srgbClr val="11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234440"/>
            <a:ext cx="64008" cy="1691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🏫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623560" y="13990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16733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21488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institution guiding the project under AI Assistant Coding course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4206240" cy="1691640"/>
          </a:xfrm>
          <a:prstGeom prst="rect">
            <a:avLst/>
          </a:prstGeom>
          <a:solidFill>
            <a:srgbClr val="11152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108960"/>
            <a:ext cx="64008" cy="1691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43000" y="3273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02336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Gemini 2.5 Flash API that powers all AI responses in the app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108960"/>
            <a:ext cx="4206240" cy="1691640"/>
          </a:xfrm>
          <a:prstGeom prst="rect">
            <a:avLst/>
          </a:prstGeom>
          <a:solidFill>
            <a:srgbClr val="11152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108960"/>
            <a:ext cx="64008" cy="1691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273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🧑‍💻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623560" y="32735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Developers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0" y="402336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learning prompt engineering and comparing AI output styles interactively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Languages, Tools &amp; Software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used to build this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2011680" cy="160020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3441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18562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1671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" y="2404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 &amp; semantic markup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50592" y="1234440"/>
            <a:ext cx="2011680" cy="1600200"/>
          </a:xfrm>
          <a:prstGeom prst="rect">
            <a:avLst/>
          </a:prstGeom>
          <a:solidFill>
            <a:srgbClr val="11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50592" y="13441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23744" y="18562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23744" y="21671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05456" y="2404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theme, animations &amp; layout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26864" y="1234440"/>
            <a:ext cx="2011680" cy="1600200"/>
          </a:xfrm>
          <a:prstGeom prst="rect">
            <a:avLst/>
          </a:prstGeom>
          <a:solidFill>
            <a:srgbClr val="11152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26864" y="13441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00016" y="18562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(ES6+)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0016" y="21671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1728" y="2404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Async/await, fetch API, DOM manipulation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03136" y="1234440"/>
            <a:ext cx="2011680" cy="1600200"/>
          </a:xfrm>
          <a:prstGeom prst="rect">
            <a:avLst/>
          </a:prstGeom>
          <a:solidFill>
            <a:srgbClr val="11152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03136" y="13441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76288" y="18562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76288" y="21671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Backend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2404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model for text generation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2011680" cy="160020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" y="3127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47472" y="36393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AI Studio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" y="39502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Mgmt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" y="4187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generation &amp; quota monitoring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450592" y="3017520"/>
            <a:ext cx="2011680" cy="1600200"/>
          </a:xfrm>
          <a:prstGeom prst="rect">
            <a:avLst/>
          </a:prstGeom>
          <a:solidFill>
            <a:srgbClr val="11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450592" y="3127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523744" y="36393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23744" y="39502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05456" y="4187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 used for development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26864" y="3017520"/>
            <a:ext cx="2011680" cy="1600200"/>
          </a:xfrm>
          <a:prstGeom prst="rect">
            <a:avLst/>
          </a:prstGeom>
          <a:solidFill>
            <a:srgbClr val="11152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26864" y="3127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4700016" y="36393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0016" y="39502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81728" y="4187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 server for testing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03136" y="3017520"/>
            <a:ext cx="2011680" cy="1600200"/>
          </a:xfrm>
          <a:prstGeom prst="rect">
            <a:avLst/>
          </a:prstGeom>
          <a:solidFill>
            <a:srgbClr val="11152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803136" y="31272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876288" y="36393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76288" y="39502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41879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Mono, Unbounded &amp; Outfit fonts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Used to Generate Code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prompts used during development of this project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804672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80467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435608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435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E14"/>
                </a:solidFill>
              </a:rPr>
              <a:t>P1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1307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Structure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5819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dark-themed HTML page called Prompt Playground with a header, 3 output cards, textarea input, and a debug console panel using Google Fonts."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8412480" cy="804672"/>
          </a:xfrm>
          <a:prstGeom prst="rect">
            <a:avLst/>
          </a:prstGeom>
          <a:solidFill>
            <a:srgbClr val="11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148840"/>
            <a:ext cx="64008" cy="8046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E14"/>
                </a:solidFill>
              </a:rPr>
              <a:t>P2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Styling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4963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a dark theme CSS stylesheet for the Prompt Playground with CSS variables, animated loading dots, card hover effects, and a console log panel."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063240"/>
            <a:ext cx="8412480" cy="804672"/>
          </a:xfrm>
          <a:prstGeom prst="rect">
            <a:avLst/>
          </a:prstGeom>
          <a:solidFill>
            <a:srgbClr val="11152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63240"/>
            <a:ext cx="64008" cy="8046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64408"/>
            <a:ext cx="384048" cy="38404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E14"/>
                </a:solidFill>
              </a:rPr>
              <a:t>P3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API Logic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4107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"Write vanilla JS to call the Google Gemini API with 3 different prompt templates (basic, improved, structured JSON) in parallel using Promise.allSettled()."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977640"/>
            <a:ext cx="8412480" cy="804672"/>
          </a:xfrm>
          <a:prstGeom prst="rect">
            <a:avLst/>
          </a:prstGeom>
          <a:solidFill>
            <a:srgbClr val="11152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977640"/>
            <a:ext cx="64008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178808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C0E14"/>
                </a:solidFill>
              </a:rPr>
              <a:t>P4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 Fix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32511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"Fix the structured prompt output — Gemini returns JSON wrapped in ```json code fences. Strip the fences using regex before parsing."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Flowchart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of the Prompt Playground application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261872" cy="1463040"/>
          </a:xfrm>
          <a:prstGeom prst="rect">
            <a:avLst/>
          </a:prstGeom>
          <a:solidFill>
            <a:srgbClr val="111520"/>
          </a:solidFill>
          <a:ln w="1905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1261872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54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⌨️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1214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Topic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81912" y="2029968"/>
            <a:ext cx="173736" cy="45720"/>
          </a:xfrm>
          <a:prstGeom prst="rect">
            <a:avLst/>
          </a:prstGeom>
          <a:solidFill>
            <a:srgbClr val="9CA3C8"/>
          </a:solidFill>
          <a:ln w="12700">
            <a:solidFill>
              <a:srgbClr val="9CA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73352" y="190195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C8"/>
                </a:solidFill>
              </a:rPr>
              <a:t>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55648" y="1371600"/>
            <a:ext cx="1261872" cy="1463040"/>
          </a:xfrm>
          <a:prstGeom prst="rect">
            <a:avLst/>
          </a:prstGeom>
          <a:solidFill>
            <a:srgbClr val="111520"/>
          </a:solidFill>
          <a:ln w="1905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55648" y="1371600"/>
            <a:ext cx="1261872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554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▶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801368" y="21214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'Run Prompts'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0" y="2029968"/>
            <a:ext cx="173736" cy="45720"/>
          </a:xfrm>
          <a:prstGeom prst="rect">
            <a:avLst/>
          </a:prstGeom>
          <a:solidFill>
            <a:srgbClr val="9CA3C8"/>
          </a:solidFill>
          <a:ln w="12700">
            <a:solidFill>
              <a:srgbClr val="9CA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190195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C8"/>
                </a:solidFill>
              </a:rPr>
              <a:t>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91256" y="1371600"/>
            <a:ext cx="1261872" cy="1463040"/>
          </a:xfrm>
          <a:prstGeom prst="rect">
            <a:avLst/>
          </a:prstGeom>
          <a:solidFill>
            <a:srgbClr val="111520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91256" y="1371600"/>
            <a:ext cx="1261872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91256" y="1554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36976" y="21214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Prompts Built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53128" y="2029968"/>
            <a:ext cx="173736" cy="45720"/>
          </a:xfrm>
          <a:prstGeom prst="rect">
            <a:avLst/>
          </a:prstGeom>
          <a:solidFill>
            <a:srgbClr val="9CA3C8"/>
          </a:solidFill>
          <a:ln w="12700">
            <a:solidFill>
              <a:srgbClr val="9CA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4568" y="190195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C8"/>
                </a:solidFill>
              </a:rPr>
              <a:t>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26864" y="1371600"/>
            <a:ext cx="1261872" cy="1463040"/>
          </a:xfrm>
          <a:prstGeom prst="rect">
            <a:avLst/>
          </a:prstGeom>
          <a:solidFill>
            <a:srgbClr val="111520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1371600"/>
            <a:ext cx="1261872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1554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672584" y="21214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API Calls to Gemini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88736" y="2029968"/>
            <a:ext cx="173736" cy="45720"/>
          </a:xfrm>
          <a:prstGeom prst="rect">
            <a:avLst/>
          </a:prstGeom>
          <a:solidFill>
            <a:srgbClr val="9CA3C8"/>
          </a:solidFill>
          <a:ln w="12700">
            <a:solidFill>
              <a:srgbClr val="9CA3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0176" y="190195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C8"/>
                </a:solidFill>
              </a:rPr>
              <a:t>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62472" y="1371600"/>
            <a:ext cx="1261872" cy="1463040"/>
          </a:xfrm>
          <a:prstGeom prst="rect">
            <a:avLst/>
          </a:prstGeom>
          <a:solidFill>
            <a:srgbClr val="111520"/>
          </a:solidFill>
          <a:ln w="1905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62472" y="1371600"/>
            <a:ext cx="1261872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62472" y="1554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08192" y="21214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Received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24344" y="2029968"/>
            <a:ext cx="173736" cy="45720"/>
          </a:xfrm>
          <a:prstGeom prst="rect">
            <a:avLst/>
          </a:prstGeom>
          <a:solidFill>
            <a:srgbClr val="9CA3C8"/>
          </a:solidFill>
          <a:ln w="12700">
            <a:solidFill>
              <a:srgbClr val="9CA3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15784" y="190195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C8"/>
                </a:solidFill>
              </a:rPr>
              <a:t>▸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498080" y="1371600"/>
            <a:ext cx="1261872" cy="1463040"/>
          </a:xfrm>
          <a:prstGeom prst="rect">
            <a:avLst/>
          </a:prstGeom>
          <a:solidFill>
            <a:srgbClr val="111520"/>
          </a:solidFill>
          <a:ln w="1905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498080" y="1371600"/>
            <a:ext cx="1261872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155448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543800" y="2121408"/>
            <a:ext cx="1170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Displayed in Cards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108960"/>
            <a:ext cx="8412480" cy="169164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3108960"/>
            <a:ext cx="64008" cy="1691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318211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Details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94360" y="3538728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Promise.allSettled()</a:t>
            </a:r>
            <a:pPr indent="0" marL="0">
              <a:buNone/>
            </a:pPr>
            <a:r>
              <a:rPr lang="en-US" sz="12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fires all 3 API calls simultaneously — if one fails, others still display.  </a:t>
            </a:r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stripping</a:t>
            </a:r>
            <a:pPr indent="0" marL="0">
              <a:buNone/>
            </a:pPr>
            <a:r>
              <a:rPr lang="en-US" sz="12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removes Gemini's code fences before JSON parsing.  </a:t>
            </a:r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In-page console</a:t>
            </a:r>
            <a:pPr indent="0" marL="0">
              <a:buNone/>
            </a:pPr>
            <a:r>
              <a:rPr lang="en-US" sz="1200" dirty="0">
                <a:solidFill>
                  <a:srgbClr val="E8E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logs every API request and response status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View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layout of the Prompt Playground web application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3703320"/>
          </a:xfrm>
          <a:prstGeom prst="rect">
            <a:avLst/>
          </a:prstGeom>
          <a:solidFill>
            <a:srgbClr val="0A0C12"/>
          </a:solidFill>
          <a:ln w="1905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8412480" cy="347472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16152"/>
            <a:ext cx="164592" cy="16459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216152"/>
            <a:ext cx="164592" cy="16459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216152"/>
            <a:ext cx="164592" cy="16459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1188720"/>
            <a:ext cx="5029200" cy="228600"/>
          </a:xfrm>
          <a:prstGeom prst="rect">
            <a:avLst/>
          </a:prstGeom>
          <a:solidFill>
            <a:srgbClr val="0C0E14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188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localhost/index.html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490472"/>
            <a:ext cx="8412480" cy="365760"/>
          </a:xfrm>
          <a:prstGeom prst="rect">
            <a:avLst/>
          </a:prstGeom>
          <a:solidFill>
            <a:srgbClr val="111520"/>
          </a:solidFill>
          <a:ln w="12700">
            <a:solidFill>
              <a:srgbClr val="1115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Prompt Playground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gemini-2.5-flash  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1938528"/>
            <a:ext cx="8138160" cy="548640"/>
          </a:xfrm>
          <a:prstGeom prst="rect">
            <a:avLst/>
          </a:prstGeom>
          <a:solidFill>
            <a:srgbClr val="0F1219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0299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How does machine learning work?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1984248"/>
            <a:ext cx="1005840" cy="43891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19842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Run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2633472"/>
            <a:ext cx="2606040" cy="2103120"/>
          </a:xfrm>
          <a:prstGeom prst="rect">
            <a:avLst/>
          </a:prstGeom>
          <a:solidFill>
            <a:srgbClr val="0F1219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633472"/>
            <a:ext cx="2606040" cy="32004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Basic Prompt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" y="3090672"/>
            <a:ext cx="2195149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" y="3410712"/>
            <a:ext cx="1272368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" y="3730752"/>
            <a:ext cx="1589075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" y="4050792"/>
            <a:ext cx="1109770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370832"/>
            <a:ext cx="1982914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64408" y="2633472"/>
            <a:ext cx="2606040" cy="2103120"/>
          </a:xfrm>
          <a:prstGeom prst="rect">
            <a:avLst/>
          </a:prstGeom>
          <a:solidFill>
            <a:srgbClr val="0F1219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4408" y="2633472"/>
            <a:ext cx="2606040" cy="32004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55848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Improved Prompt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74136" y="3090672"/>
            <a:ext cx="1697903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74136" y="3410712"/>
            <a:ext cx="1174475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74136" y="3730752"/>
            <a:ext cx="1432643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74136" y="4050792"/>
            <a:ext cx="1166361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74136" y="4370832"/>
            <a:ext cx="2055535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25896" y="2633472"/>
            <a:ext cx="2606040" cy="2103120"/>
          </a:xfrm>
          <a:prstGeom prst="rect">
            <a:avLst/>
          </a:prstGeom>
          <a:solidFill>
            <a:srgbClr val="0F1219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25896" y="2633472"/>
            <a:ext cx="2606040" cy="320040"/>
          </a:xfrm>
          <a:prstGeom prst="rect">
            <a:avLst/>
          </a:prstGeom>
          <a:solidFill>
            <a:srgbClr val="1A1D2E"/>
          </a:solidFill>
          <a:ln w="12700">
            <a:solidFill>
              <a:srgbClr val="1A1D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17336" y="2651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Structured Prompt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35624" y="3090672"/>
            <a:ext cx="1564852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35624" y="3410712"/>
            <a:ext cx="1567980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35624" y="3730752"/>
            <a:ext cx="1842952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35624" y="4050792"/>
            <a:ext cx="1869679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35624" y="4370832"/>
            <a:ext cx="2032486" cy="91440"/>
          </a:xfrm>
          <a:prstGeom prst="rect">
            <a:avLst/>
          </a:prstGeom>
          <a:solidFill>
            <a:srgbClr val="2A2F45"/>
          </a:solidFill>
          <a:ln w="12700">
            <a:solidFill>
              <a:srgbClr val="2A2F4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Prompts Generating Code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AI prompts producing working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solidFill>
            <a:srgbClr val="1A2A1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704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Add your actual screenshots from Claude.ai / ChatGPT / Google AI Studio showing the prompts and generated code responses below: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4206240" cy="150876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9933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2633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SS-1 — Insert Screenshot Here 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structure prompt in AI Studio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1737360"/>
            <a:ext cx="4206240" cy="1508760"/>
          </a:xfrm>
          <a:prstGeom prst="rect">
            <a:avLst/>
          </a:prstGeom>
          <a:solidFill>
            <a:srgbClr val="111520"/>
          </a:solidFill>
          <a:ln w="12700">
            <a:solidFill>
              <a:srgbClr val="00D4FF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9933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92040" y="2633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SS-2 — Insert Screenshot Here 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9260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styling prompt &amp; output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401568"/>
            <a:ext cx="4206240" cy="1508760"/>
          </a:xfrm>
          <a:prstGeom prst="rect">
            <a:avLst/>
          </a:prstGeom>
          <a:solidFill>
            <a:srgbClr val="111520"/>
          </a:solidFill>
          <a:ln w="12700">
            <a:solidFill>
              <a:srgbClr val="FFD166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657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SS-3 — Insert Screenshot Here 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90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API call prompt &amp; code output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3401568"/>
            <a:ext cx="4206240" cy="1508760"/>
          </a:xfrm>
          <a:prstGeom prst="rect">
            <a:avLst/>
          </a:prstGeom>
          <a:solidFill>
            <a:srgbClr val="111520"/>
          </a:solidFill>
          <a:ln w="12700">
            <a:solidFill>
              <a:srgbClr val="06D6A0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36576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🖼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89204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SS-4 — Insert Screenshot Here 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45902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fix prompt &amp; regex solution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502920" cy="50292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documentation, and resources used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54864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64008" cy="5486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344168"/>
            <a:ext cx="320040" cy="3200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44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E14"/>
                </a:solidFill>
              </a:rPr>
              <a:t>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280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Google Gemini API Documentation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5270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API reference for Gemini models, endpoints, and rate limits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0" y="1380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https://ai.google.dev/gemini-api/docs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865376"/>
            <a:ext cx="8412480" cy="548640"/>
          </a:xfrm>
          <a:prstGeom prst="rect">
            <a:avLst/>
          </a:prstGeom>
          <a:solidFill>
            <a:srgbClr val="11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865376"/>
            <a:ext cx="64008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975104"/>
            <a:ext cx="320040" cy="3200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751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E14"/>
                </a:solidFill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05840" y="19110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Google AI Studio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1579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generation, model testing, and quota management platform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0" y="20116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https://aistudio.google.com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496312"/>
            <a:ext cx="8412480" cy="548640"/>
          </a:xfrm>
          <a:prstGeom prst="rect">
            <a:avLst/>
          </a:prstGeom>
          <a:solidFill>
            <a:srgbClr val="11152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496312"/>
            <a:ext cx="64008" cy="5486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2606040"/>
            <a:ext cx="320040" cy="3200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E14"/>
                </a:solidFill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5840" y="25420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MDN Web Docs — Fetch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27889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for JavaScript fetch(), async/await, and Promise.allSettled()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12080" y="26426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https://developer.mozilla.org/en-US/docs/Web/API/Fetch_API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127248"/>
            <a:ext cx="8412480" cy="548640"/>
          </a:xfrm>
          <a:prstGeom prst="rect">
            <a:avLst/>
          </a:prstGeom>
          <a:solidFill>
            <a:srgbClr val="11152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127248"/>
            <a:ext cx="64008" cy="548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236976"/>
            <a:ext cx="320040" cy="3200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236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E14"/>
                </a:solidFill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05840" y="31729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Google Fonts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34198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Mono, Unbounded &amp; Outfit fonts used in the UI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12080" y="3273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https://fonts.google.com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758184"/>
            <a:ext cx="8412480" cy="548640"/>
          </a:xfrm>
          <a:prstGeom prst="rect">
            <a:avLst/>
          </a:prstGeom>
          <a:solidFill>
            <a:srgbClr val="111520"/>
          </a:solidFill>
          <a:ln w="12700">
            <a:solidFill>
              <a:srgbClr val="6C63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758184"/>
            <a:ext cx="64008" cy="5486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3867912"/>
            <a:ext cx="320040" cy="32004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867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E14"/>
                </a:solidFill>
              </a:rPr>
              <a:t>05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05840" y="38039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Prompt Engineering Guide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" y="4050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best practices for effective prompt engineering with LLMs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12080" y="39044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https://www.promptingguide.ai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solidFill>
            <a:srgbClr val="11152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65760" y="4389120"/>
            <a:ext cx="64008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4498848"/>
            <a:ext cx="320040" cy="3200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498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C0E14"/>
                </a:solidFill>
              </a:rPr>
              <a:t>06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05840" y="4434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Claude.ai — Anthropic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5840" y="4681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used to help scaffold and debug the application code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212080" y="45354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https://claude.ai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520"/>
          </a:solidFill>
          <a:ln w="12700">
            <a:solidFill>
              <a:srgbClr val="11152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4754880"/>
            <a:ext cx="9144000" cy="36576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479145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S. Aneesh  ·  2303A510I6  ·  SR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Playground</dc:title>
  <dc:subject>PptxGenJS Presentation</dc:subject>
  <dc:creator>S.Aneesh</dc:creator>
  <cp:lastModifiedBy>S.Aneesh</cp:lastModifiedBy>
  <cp:revision>1</cp:revision>
  <dcterms:created xsi:type="dcterms:W3CDTF">2026-04-02T07:05:16Z</dcterms:created>
  <dcterms:modified xsi:type="dcterms:W3CDTF">2026-04-02T07:05:16Z</dcterms:modified>
</cp:coreProperties>
</file>